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D9273-5879-4276-B802-AD9D3B0FD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4CE488-EFB4-4BC9-8B30-CC5A36F41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32169B-7C11-4CA2-9164-76065424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70AD71-9FA4-44BC-B8EF-F26C002F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604C21-56C1-47B2-A8CE-C878F1E5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871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CBF033-6CA4-41E2-8805-5E1B46DF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CFBD25-AA9A-4710-B37A-384885DC8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DFB71B-F509-4B26-B215-160C4877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637D9A-6E53-4CFC-9EFA-C6DAB48F9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73948-0171-4B4B-871E-8CCB50E4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01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BDC67-165B-44CF-8EE3-42B52D29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072EA-E9E6-4F08-A0B0-666D3E9CD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E72069-0C1B-4AFE-AC21-C9D9EC32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C5FF11-6DD1-40BF-A9F1-1497E6FB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242B25-9486-427F-AC2F-97B023DB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807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692D9-BBA6-47C5-95E0-0171F241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A0CE22-60B7-4534-9EC2-EAC655D26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2446B2-C658-4F03-A662-72B8384F3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7AE1C5-A2E7-4DBA-8FE9-CF7B100D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2C6E74-E5DA-410A-BC79-81487263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E2E54A-1085-4E30-8AE2-84739BC0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79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385E7-5C4A-4B7D-B0E3-895FFCC88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BBAAEA-BFA4-4866-8597-7CA225F34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0E9E6F-0B28-481E-A74B-F1DE55530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75CF0AE-69B4-4490-9EDD-5AFB70907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AFF0D2-BC41-409E-A0EA-4D5F1DC059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DC53929-3C5E-41CF-B1E0-76C1AEC5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D3DCED1-5728-47BD-A096-8DEE34B6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1BD5259-7930-409E-90FB-5DCE2AA8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4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409B8-C2D3-4981-8AF8-FBD2A8B7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3B08A9-4AEF-4D68-BE3F-79E15393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C33DFB-CE1E-41D5-898F-3213EB3B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A70A44-FBF7-4C2C-9465-7F02839C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30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C5E8D7-6DE1-441F-93B4-258FBD1D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780EE8-3360-446E-922E-1CECCDF6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1E21F5-51EF-4C93-82D1-E1E3B67C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099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A169B-C63D-449A-BFA1-F1A9C808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AB9E0F-F3B8-4DE4-BC46-01293CAA0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31F6AE-5303-437E-B120-76B06147F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D80496-FF8F-43CF-9CC4-287B51DA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692CDB-415F-4522-8C5E-43E66FF59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2C72E1-C73F-4F92-BD8E-E2BDF9CD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142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1276A-6307-487B-9D85-62C85AE9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7FC3F13-6429-4D68-8D17-37CD28828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CBDD6A-990E-42D7-841A-70FB59002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C7647C-84FA-4670-B662-0B26A324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2C6768-E070-4BA7-8896-6D928ED9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F12E2D-14B8-4640-8789-3337C28C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1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C99705-5231-4DE0-84C2-C1BEA41B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64B1BB-E576-434E-9B18-615DDF8C7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6DF768-44DB-4ADE-9B19-CB3BF0BD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EECF53-6B3E-4AF2-B50F-FE45A13B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ED57C-FA15-4540-B078-E4453C53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67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4362EAD-0B82-411C-A7FB-2CD6F38F8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22DB62E-97C4-4999-9A84-2093F6862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AF9EE3-6EE3-4787-8F0B-E135B668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799EED-4BCC-4233-8E60-BE511AE22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1140E-8613-43BD-8506-84F972A3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3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16CED8D-3926-443D-A3EB-79477F8B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508E15-37CE-4A28-91A8-3A4918719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4B7912-19F4-4C2C-B673-63D474054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D544C-7043-482C-BFA6-EA9CB9FBC908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9139A3-D0E9-4198-B27E-F2D769A28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5CDE80-D2C1-48F1-829F-7D24EB2F1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C2AA6-2DD9-41B0-9C6F-2DABC82FC3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1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4DD18E-AA39-4A71-88B8-8FD0AC7B4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7C696E-4032-4104-993F-E37695C8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1253D7-5A76-4A46-9AFB-E43E9F5C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4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87126D-C746-4ECF-9A3E-1D9C9E12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CBE0F00-566F-49F1-93D6-CB7359601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8260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01BA8-FC64-4FB1-AC15-3EB7D352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716AEC3-E48F-4A72-B937-821B5D3BE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86112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05BE7A-E3EE-4A91-8FFA-33434AB6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93549795-702A-4D85-ACC3-2910D5767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9984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5FE7D-0D81-4B2D-8FC0-E2C8303F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16CF2995-AD47-4C55-8228-F3748AC3B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2232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2BF7A2-10C7-49DD-9B39-BCD1C238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3AF8589-888B-43C3-8648-55050FDE4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0743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228C6-93EB-441E-A9CD-B8C2B7DF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5FDFAA2A-C941-41E9-861B-8331469D3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9316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Negri, Lorenzo</dc:creator>
  <cp:lastModifiedBy>Negri, Lorenzo</cp:lastModifiedBy>
  <cp:revision>13</cp:revision>
  <dcterms:created xsi:type="dcterms:W3CDTF">2026-10-04T14:13:44Z</dcterms:created>
  <dcterms:modified xsi:type="dcterms:W3CDTF">2026-10-04T15:54:11Z</dcterms:modified>
</cp:coreProperties>
</file>